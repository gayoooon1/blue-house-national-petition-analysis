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61" r:id="rId5"/>
    <p:sldId id="260" r:id="rId6"/>
    <p:sldId id="262" r:id="rId7"/>
    <p:sldId id="258" r:id="rId8"/>
    <p:sldId id="259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F1FEB5-A4C5-4856-9DCB-939A4D78AC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2165F55-1E9D-44EC-9D6B-2E9F0DBD6F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1A642B-3C8E-4B83-B308-D664A3CF2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78388-9F1C-45AD-8CAD-B388978F4614}" type="datetimeFigureOut">
              <a:rPr lang="ko-KR" altLang="en-US" smtClean="0"/>
              <a:t>2021-02-04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4E798A-BE12-43FB-AB6A-9F1FCB843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AFC0E4-E21C-4722-A058-74961A342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6E0F4-740A-4AEB-9008-6A78A1862B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2093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4CE361-98E6-46F5-BD59-FF917B87A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5AC55B-E0E2-4252-A5C1-6ED5A6272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932FB9-6375-4A22-BAD6-2D41C0D35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78388-9F1C-45AD-8CAD-B388978F4614}" type="datetimeFigureOut">
              <a:rPr lang="ko-KR" altLang="en-US" smtClean="0"/>
              <a:t>2021-02-04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E72B96-92AA-4102-9D94-FAF101F2C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437CCC-5789-4BC1-B47A-394430486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6E0F4-740A-4AEB-9008-6A78A1862B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2288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A23807-960F-4210-BD2A-28E283D9E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14D7C1E-8BFE-4EF7-B9BD-6096EB550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0BE09D-EA7F-4D7B-81DE-DA917EE39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78388-9F1C-45AD-8CAD-B388978F4614}" type="datetimeFigureOut">
              <a:rPr lang="ko-KR" altLang="en-US" smtClean="0"/>
              <a:t>2021-02-04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E61E5F-DC80-4BDD-9E79-C62504B97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D91D87-B32C-4035-A9C0-34EAC4443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6E0F4-740A-4AEB-9008-6A78A1862B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0686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23D195-20CF-4D07-97D3-864A7EC4F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066D53-62C6-4692-8E93-7D70BB31F3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51AAFC-BB93-4579-BB55-D4AEB72EC8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727F71F-1172-4D47-96D3-B74B7D1DB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78388-9F1C-45AD-8CAD-B388978F4614}" type="datetimeFigureOut">
              <a:rPr lang="ko-KR" altLang="en-US" smtClean="0"/>
              <a:t>2021-02-04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F354FE1-80B2-44BC-94C4-C4DD7B3DD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C9341B0-04B8-4F5D-9986-BB6554BC9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6E0F4-740A-4AEB-9008-6A78A1862B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3677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E5A6C0-5770-4E40-9EAE-32F9AB33A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1F90530-85F4-481C-9439-143A96D82E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1CD2C8D-B9E6-43F2-AB6A-CBAED26245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C716414-FB17-43ED-8C5D-DE4ED80F32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AED3B64-C76C-4FAC-9A44-9BBA3E2D7F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57E5F78-B8DF-4968-881A-51F1DF61F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78388-9F1C-45AD-8CAD-B388978F4614}" type="datetimeFigureOut">
              <a:rPr lang="ko-KR" altLang="en-US" smtClean="0"/>
              <a:t>2021-02-04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F92F0E0-1774-477D-BCAB-D0738BB70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7233AC5-4DEF-40F7-9BD1-91CE55CF4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6E0F4-740A-4AEB-9008-6A78A1862B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6042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91192E-C85C-480D-8D9D-239562ABE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7684A3E-F8B4-4A7E-9F4C-CECDE6656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78388-9F1C-45AD-8CAD-B388978F4614}" type="datetimeFigureOut">
              <a:rPr lang="ko-KR" altLang="en-US" smtClean="0"/>
              <a:t>2021-02-04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A01228C-35EF-4304-AC9E-342A228C6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3260328-A0E4-4B4D-BEC7-2B3FF61B9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6E0F4-740A-4AEB-9008-6A78A1862B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5476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C5C0377-E194-4CDC-B328-0FE622B6D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78388-9F1C-45AD-8CAD-B388978F4614}" type="datetimeFigureOut">
              <a:rPr lang="ko-KR" altLang="en-US" smtClean="0"/>
              <a:t>2021-02-04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E0EF16F-C8CC-4AE2-B970-DF5DB57AC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5EE34A-5BF0-414B-A732-60C9C879B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6E0F4-740A-4AEB-9008-6A78A1862B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5326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4A6DEA-0352-4D26-857D-187B0D28E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D428CA-FC8B-4496-A08B-BB2224302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DFBBCF2-51BD-4963-8462-A502C8D69F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7B21495-314C-4513-88A9-B51811F27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78388-9F1C-45AD-8CAD-B388978F4614}" type="datetimeFigureOut">
              <a:rPr lang="ko-KR" altLang="en-US" smtClean="0"/>
              <a:t>2021-02-04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B611BB3-36DF-47A0-BAFF-8AD3693D2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E9BC216-8633-4507-AD91-B1E53303E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6E0F4-740A-4AEB-9008-6A78A1862B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5618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D92AF8-4FFD-4E8E-93A3-1EFB8A16E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5F265BA-30F4-4301-8A80-A1EA35F2F2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E1E2119-3E54-4818-8CE7-F27E45DC8C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6CB44BC-02EC-41A3-9399-3EB3BAF21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78388-9F1C-45AD-8CAD-B388978F4614}" type="datetimeFigureOut">
              <a:rPr lang="ko-KR" altLang="en-US" smtClean="0"/>
              <a:t>2021-02-04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EFC0520-9777-42FA-A3A7-343293965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CEE1FA1-049D-4FB6-901F-CB3D73CDE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6E0F4-740A-4AEB-9008-6A78A1862B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3442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914650-A1E4-4301-9D31-6DE4D067D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4B2DBFE-296D-44E9-9FC0-47218EFEB5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EC713E-B295-420D-AD4D-5BA07A5D4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78388-9F1C-45AD-8CAD-B388978F4614}" type="datetimeFigureOut">
              <a:rPr lang="ko-KR" altLang="en-US" smtClean="0"/>
              <a:t>2021-02-04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EC747C-6F27-429A-9DCD-914E59DEF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D4DDFA-9F12-40EC-9F70-30644C342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6E0F4-740A-4AEB-9008-6A78A1862B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1098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DC51BA1-7ECC-480B-821A-523340E747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9243455-D995-434A-9984-3CE106BF1F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F5F8D0-C3B1-4DAA-B83D-060DB08D3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78388-9F1C-45AD-8CAD-B388978F4614}" type="datetimeFigureOut">
              <a:rPr lang="ko-KR" altLang="en-US" smtClean="0"/>
              <a:t>2021-02-04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D95906-EDC3-4A26-BF17-AEA7CE76E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E80B63-831E-480D-A0E2-D854734DB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6E0F4-740A-4AEB-9008-6A78A1862B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588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FFCF51F-0842-47D1-BDC7-1EF7498DE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1A2BB2-EB2E-4742-B4D8-FBA6D7A83B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6AB839-84B4-42B0-A4D2-1A48431FC9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478388-9F1C-45AD-8CAD-B388978F4614}" type="datetimeFigureOut">
              <a:rPr lang="ko-KR" altLang="en-US" smtClean="0"/>
              <a:t>2021-02-04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6E3D9C-4929-44FA-9FDC-3BD0F14BB0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25AEFF-5575-40C0-8A0C-1C772AD9F2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D6E0F4-740A-4AEB-9008-6A78A1862B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4608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shiaky3821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108B3E-7215-4981-9DC7-084DE506A1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US" altLang="ko-KR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ko-KR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ko-KR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Changing Landscape of Issues and Claims in the National Petition of South Korea, 2017-2020.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BEABF11-2824-4CB6-BDA0-B3BBE3C5AA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06838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 Yoon Kim</a:t>
            </a:r>
            <a:endParaRPr lang="ko-KR" altLang="ko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Sociology, Chung-Ang University</a:t>
            </a:r>
            <a:endParaRPr lang="ko-KR" altLang="ko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shiaky3821@gmail.com</a:t>
            </a:r>
            <a:endParaRPr lang="ko-KR" altLang="ko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February 2, 2021</a:t>
            </a:r>
            <a:endParaRPr lang="ko-KR" altLang="ko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41326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E1E50E-BD9D-46C2-B578-CB5A4AF76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Number of Petitions per Categories</a:t>
            </a:r>
            <a:b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(Ratio)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4322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내용 개체 틀 12">
            <a:extLst>
              <a:ext uri="{FF2B5EF4-FFF2-40B4-BE49-F238E27FC236}">
                <a16:creationId xmlns:a16="http://schemas.microsoft.com/office/drawing/2014/main" id="{3201AC00-5144-427C-A118-059AFEDC66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6749" y="341599"/>
            <a:ext cx="7718502" cy="6174802"/>
          </a:xfrm>
        </p:spPr>
      </p:pic>
    </p:spTree>
    <p:extLst>
      <p:ext uri="{BB962C8B-B14F-4D97-AF65-F5344CB8AC3E}">
        <p14:creationId xmlns:p14="http://schemas.microsoft.com/office/powerpoint/2010/main" val="4043979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E1E50E-BD9D-46C2-B578-CB5A4AF76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10 most-popular Petitions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4034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0184B45A-165C-4EBF-8969-2411C8E562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8908410"/>
              </p:ext>
            </p:extLst>
          </p:nvPr>
        </p:nvGraphicFramePr>
        <p:xfrm>
          <a:off x="683078" y="212160"/>
          <a:ext cx="10825843" cy="64336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7413">
                  <a:extLst>
                    <a:ext uri="{9D8B030D-6E8A-4147-A177-3AD203B41FA5}">
                      <a16:colId xmlns:a16="http://schemas.microsoft.com/office/drawing/2014/main" val="1428889295"/>
                    </a:ext>
                  </a:extLst>
                </a:gridCol>
                <a:gridCol w="1425514">
                  <a:extLst>
                    <a:ext uri="{9D8B030D-6E8A-4147-A177-3AD203B41FA5}">
                      <a16:colId xmlns:a16="http://schemas.microsoft.com/office/drawing/2014/main" val="84445225"/>
                    </a:ext>
                  </a:extLst>
                </a:gridCol>
                <a:gridCol w="1512928">
                  <a:extLst>
                    <a:ext uri="{9D8B030D-6E8A-4147-A177-3AD203B41FA5}">
                      <a16:colId xmlns:a16="http://schemas.microsoft.com/office/drawing/2014/main" val="3526353872"/>
                    </a:ext>
                  </a:extLst>
                </a:gridCol>
                <a:gridCol w="7149988">
                  <a:extLst>
                    <a:ext uri="{9D8B030D-6E8A-4147-A177-3AD203B41FA5}">
                      <a16:colId xmlns:a16="http://schemas.microsoft.com/office/drawing/2014/main" val="2712898518"/>
                    </a:ext>
                  </a:extLst>
                </a:gridCol>
              </a:tblGrid>
              <a:tr h="4708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 posted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 of Signatures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Petition title/Subject Matter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2349563"/>
                  </a:ext>
                </a:extLst>
              </a:tr>
              <a:tr h="9554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2020-03-18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2715626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Release the personal information of the suspects of Telegram Nth room case and put them on the photographers’ area (criminal case involving 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blackmail, cybersex trafficking, </a:t>
                      </a:r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and the spread of sexually exploitative videos via Telegram)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5676563"/>
                  </a:ext>
                </a:extLst>
              </a:tr>
              <a:tr h="4708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2020-03-20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2026252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Release the personal information of all Telegram Nth room subscribers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6694697"/>
                  </a:ext>
                </a:extLst>
              </a:tr>
              <a:tr h="4708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2019-04-22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1831900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Dissolution of a certain political party called ‘</a:t>
                      </a:r>
                      <a:r>
                        <a:rPr lang="en-US" altLang="ko-K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Jayoo</a:t>
                      </a:r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Hankook’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5843252"/>
                  </a:ext>
                </a:extLst>
              </a:tr>
              <a:tr h="4708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2020-02-26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1504597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Supporting President Moon Jae-in!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2170030"/>
                  </a:ext>
                </a:extLst>
              </a:tr>
              <a:tr h="4708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2020-02-04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1469023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Urging the impeachment of President Moon Jae-in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9965872"/>
                  </a:ext>
                </a:extLst>
              </a:tr>
              <a:tr h="4708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2020-02-22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1449521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Dissolution of a certain religious group called ‘</a:t>
                      </a:r>
                      <a:r>
                        <a:rPr lang="en-US" altLang="ko-K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Shincheonji</a:t>
                      </a:r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’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1547939"/>
                  </a:ext>
                </a:extLst>
              </a:tr>
              <a:tr h="6688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2018-10-17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1192049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Perpetrators of heinous crimes should not be given lenient sentences due to their history of mental illnesses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8567094"/>
                  </a:ext>
                </a:extLst>
              </a:tr>
              <a:tr h="4708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2020-04-02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1007040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More violent punishment for juvenile delinquents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0331689"/>
                  </a:ext>
                </a:extLst>
              </a:tr>
              <a:tr h="4708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2020-01-23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761833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Request of Chinese immigration prohibition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4050724"/>
                  </a:ext>
                </a:extLst>
              </a:tr>
              <a:tr h="4708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2019-08-21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757730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Request of an appointment of the certain candidate (Cho Gook) as the Minister of Justice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4479666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0113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E1E50E-BD9D-46C2-B578-CB5A4AF76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WordCloud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Visualization of </a:t>
            </a:r>
            <a:b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Petition Contents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5490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46547908-0D68-4DAC-9AD3-C1AF474E4BA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44" t="16706" r="9729" b="20924"/>
          <a:stretch/>
        </p:blipFill>
        <p:spPr>
          <a:xfrm>
            <a:off x="6096000" y="258825"/>
            <a:ext cx="5922000" cy="316391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BEA20BD0-529B-4B1A-A8E1-B3E77CD79D3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93" t="16654" r="10127" b="21054"/>
          <a:stretch/>
        </p:blipFill>
        <p:spPr>
          <a:xfrm>
            <a:off x="140662" y="171101"/>
            <a:ext cx="5911466" cy="3251636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9C2ED3C0-8C72-41A9-8B73-93E2DA39B3D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61" t="17142" r="10207" b="21172"/>
          <a:stretch/>
        </p:blipFill>
        <p:spPr>
          <a:xfrm>
            <a:off x="3046643" y="3558867"/>
            <a:ext cx="5922000" cy="3157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926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1954BDD-4430-46DA-8F4A-7B50AAA7B1E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71" t="16443" r="9803" b="21037"/>
          <a:stretch/>
        </p:blipFill>
        <p:spPr>
          <a:xfrm>
            <a:off x="191048" y="191268"/>
            <a:ext cx="6069600" cy="324635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4D063D9-F9AB-47E4-8D55-481D46AE795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47" t="16922" r="9876" b="20845"/>
          <a:stretch/>
        </p:blipFill>
        <p:spPr>
          <a:xfrm>
            <a:off x="6095999" y="3437620"/>
            <a:ext cx="6087324" cy="32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022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225</Words>
  <Application>Microsoft Office PowerPoint</Application>
  <PresentationFormat>와이드스크린</PresentationFormat>
  <Paragraphs>52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맑은 고딕</vt:lpstr>
      <vt:lpstr>Arial</vt:lpstr>
      <vt:lpstr>Times New Roman</vt:lpstr>
      <vt:lpstr>Office 테마</vt:lpstr>
      <vt:lpstr>  The Changing Landscape of Issues and Claims in the National Petition of South Korea, 2017-2020.</vt:lpstr>
      <vt:lpstr>The Number of Petitions per Categories (Ratio)</vt:lpstr>
      <vt:lpstr>PowerPoint 프레젠테이션</vt:lpstr>
      <vt:lpstr>The 10 most-popular Petitions</vt:lpstr>
      <vt:lpstr>PowerPoint 프레젠테이션</vt:lpstr>
      <vt:lpstr>WordCloud Visualization of  Petition Contents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Changing Landscape of Issues and Claims in the National Petition of South Korea, 2017-2020.</dc:title>
  <dc:creator>가윤 김</dc:creator>
  <cp:lastModifiedBy>가윤 김</cp:lastModifiedBy>
  <cp:revision>8</cp:revision>
  <dcterms:created xsi:type="dcterms:W3CDTF">2021-02-03T13:48:10Z</dcterms:created>
  <dcterms:modified xsi:type="dcterms:W3CDTF">2021-02-03T15:23:18Z</dcterms:modified>
</cp:coreProperties>
</file>